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PROJEKT KICKOFF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[Projektname]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Warum sind wir hier?</a:t>
            </a:r>
          </a:p>
          <a:p>
            <a:pPr>
              <a:spcAft>
                <a:spcPts val="1200"/>
              </a:spcAft>
              <a:defRPr sz="1800"/>
            </a:pPr>
            <a:r>
              <a:t>• Problem Statement</a:t>
            </a:r>
          </a:p>
          <a:p>
            <a:pPr>
              <a:spcAft>
                <a:spcPts val="1200"/>
              </a:spcAft>
              <a:defRPr sz="1800"/>
            </a:pPr>
            <a:r>
              <a:t>• Projektziele</a:t>
            </a:r>
          </a:p>
          <a:p>
            <a:pPr>
              <a:spcAft>
                <a:spcPts val="1200"/>
              </a:spcAft>
              <a:defRPr sz="1800"/>
            </a:pPr>
            <a:r>
              <a:t>• Team und Rollen</a:t>
            </a:r>
          </a:p>
          <a:p>
            <a:pPr>
              <a:spcAft>
                <a:spcPts val="1200"/>
              </a:spcAft>
              <a:defRPr sz="1800"/>
            </a:pPr>
            <a:r>
              <a:t>• Projektplan</a:t>
            </a:r>
          </a:p>
          <a:p>
            <a:pPr>
              <a:spcAft>
                <a:spcPts val="1200"/>
              </a:spcAft>
              <a:defRPr sz="1800"/>
            </a:pPr>
            <a:r>
              <a:t>• Spielregeln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[WAS] ist das Problem</a:t>
            </a:r>
          </a:p>
          <a:p>
            <a:pPr>
              <a:spcAft>
                <a:spcPts val="1200"/>
              </a:spcAft>
              <a:defRPr sz="1800"/>
            </a:pPr>
            <a:r>
              <a:t>• [WO] tritt es auf</a:t>
            </a:r>
          </a:p>
          <a:p>
            <a:pPr>
              <a:spcAft>
                <a:spcPts val="1200"/>
              </a:spcAft>
              <a:defRPr sz="1800"/>
            </a:pPr>
            <a:r>
              <a:t>• [SEIT WANN] besteht es</a:t>
            </a:r>
          </a:p>
          <a:p>
            <a:pPr>
              <a:spcAft>
                <a:spcPts val="1200"/>
              </a:spcAft>
              <a:defRPr sz="1800"/>
            </a:pPr>
            <a:r>
              <a:t>• [WIE VIEL] Auswirkung hat 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CASE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Wert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PROJEKTZIELE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Primäres Ziel: [Messbare Verbesserung]</a:t>
            </a:r>
          </a:p>
          <a:p>
            <a:pPr>
              <a:spcAft>
                <a:spcPts val="1200"/>
              </a:spcAft>
              <a:defRPr sz="1800"/>
            </a:pPr>
            <a:r>
              <a:t>• Baseline: [Aktueller Wert]</a:t>
            </a:r>
          </a:p>
          <a:p>
            <a:pPr>
              <a:spcAft>
                <a:spcPts val="1200"/>
              </a:spcAft>
              <a:defRPr sz="1800"/>
            </a:pPr>
            <a:r>
              <a:t>• Target: [Zielwert]</a:t>
            </a:r>
          </a:p>
          <a:p>
            <a:pPr>
              <a:spcAft>
                <a:spcPts val="1200"/>
              </a:spcAft>
              <a:defRPr sz="1800"/>
            </a:pPr>
            <a:r>
              <a:t>• Zeithorizont: [Datum]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SCOPE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 Scope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Out of Scope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PROJEKTTEAM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Rolle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Verantwortung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PROJEKTPLAN (DMAIC)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Start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Ende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SPIELREGELN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Meetings: [Frequenz, Dauer]</a:t>
            </a:r>
          </a:p>
          <a:p>
            <a:pPr>
              <a:spcAft>
                <a:spcPts val="1200"/>
              </a:spcAft>
              <a:defRPr sz="1800"/>
            </a:pPr>
            <a:r>
              <a:t>• Kommunikation: [Tools]</a:t>
            </a:r>
          </a:p>
          <a:p>
            <a:pPr>
              <a:spcAft>
                <a:spcPts val="1200"/>
              </a:spcAft>
              <a:defRPr sz="1800"/>
            </a:pPr>
            <a:r>
              <a:t>• Entscheidungen: [Prozess]</a:t>
            </a:r>
          </a:p>
          <a:p>
            <a:pPr>
              <a:spcAft>
                <a:spcPts val="1200"/>
              </a:spcAft>
              <a:defRPr sz="1800"/>
            </a:pPr>
            <a:r>
              <a:t>• Dokumentation: [Ablage]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VOC-Interviews planen</a:t>
            </a:r>
          </a:p>
          <a:p>
            <a:pPr>
              <a:spcAft>
                <a:spcPts val="1200"/>
              </a:spcAft>
              <a:defRPr sz="1800"/>
            </a:pPr>
            <a:r>
              <a:t>• Datenzugang klären</a:t>
            </a:r>
          </a:p>
          <a:p>
            <a:pPr>
              <a:spcAft>
                <a:spcPts val="1200"/>
              </a:spcAft>
              <a:defRPr sz="1800"/>
            </a:pPr>
            <a:r>
              <a:t>• Erstes Team-Meeting</a:t>
            </a:r>
          </a:p>
          <a:p>
            <a:pPr>
              <a:spcAft>
                <a:spcPts val="1200"/>
              </a:spcAft>
              <a:defRPr sz="1800"/>
            </a:pPr>
            <a:r>
              <a:t>• Stakeholder informieren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