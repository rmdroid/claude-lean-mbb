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TOLLGATE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[Phase] - [Projektname]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Projekt-Überblick</a:t>
            </a:r>
          </a:p>
          <a:p>
            <a:pPr>
              <a:spcAft>
                <a:spcPts val="1200"/>
              </a:spcAft>
              <a:defRPr sz="1800"/>
            </a:pPr>
            <a:r>
              <a:t>• Phasen-Zusammenfassung</a:t>
            </a:r>
          </a:p>
          <a:p>
            <a:pPr>
              <a:spcAft>
                <a:spcPts val="1200"/>
              </a:spcAft>
              <a:defRPr sz="1800"/>
            </a:pPr>
            <a:r>
              <a:t>• Ergebnisse und Erkenntnisse</a:t>
            </a:r>
          </a:p>
          <a:p>
            <a:pPr>
              <a:spcAft>
                <a:spcPts val="1200"/>
              </a:spcAft>
              <a:defRPr sz="1800"/>
            </a:pPr>
            <a:r>
              <a:t>• Tollgate-Checkliste</a:t>
            </a:r>
          </a:p>
          <a:p>
            <a:pPr>
              <a:spcAft>
                <a:spcPts val="1200"/>
              </a:spcAft>
              <a:defRPr sz="1800"/>
            </a:pPr>
            <a:r>
              <a:t>• Nächste Schritte</a:t>
            </a:r>
          </a:p>
          <a:p>
            <a:pPr>
              <a:spcAft>
                <a:spcPts val="1200"/>
              </a:spcAft>
              <a:defRPr sz="1800"/>
            </a:pPr>
            <a:r>
              <a:t>• Entscheidung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PROJEKT-ÜBERBLICK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PHASEN-ERGEBNISSE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Ergebnis 1: [Beschreibung]</a:t>
            </a:r>
          </a:p>
          <a:p>
            <a:pPr>
              <a:spcAft>
                <a:spcPts val="1200"/>
              </a:spcAft>
              <a:defRPr sz="1800"/>
            </a:pPr>
            <a:r>
              <a:t>• Ergebnis 2: [Beschreibung]</a:t>
            </a:r>
          </a:p>
          <a:p>
            <a:pPr>
              <a:spcAft>
                <a:spcPts val="1200"/>
              </a:spcAft>
              <a:defRPr sz="1800"/>
            </a:pPr>
            <a:r>
              <a:t>• Ergebnis 3: [Beschreibung]</a:t>
            </a:r>
          </a:p>
          <a:p>
            <a:pPr>
              <a:spcAft>
                <a:spcPts val="1200"/>
              </a:spcAft>
              <a:defRPr sz="1800"/>
            </a:pPr>
            <a:r>
              <a:t>• Ergebnis 4: [Beschreibung]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METRIKEN UND DATEN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Aktuell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Ziel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TOLLGATE-CHECKLISTE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5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Kriterium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Nachweis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RISIKEN UND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Risiko/Issue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Auswirkung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Maßnahme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[Aktivität 1] - Verantwortlich: [Name] - Bis: [Datum]</a:t>
            </a:r>
          </a:p>
          <a:p>
            <a:pPr>
              <a:spcAft>
                <a:spcPts val="1200"/>
              </a:spcAft>
              <a:defRPr sz="1800"/>
            </a:pPr>
            <a:r>
              <a:t>• [Aktivität 2] - Verantwortlich: [Name] - Bis: [Datum]</a:t>
            </a:r>
          </a:p>
          <a:p>
            <a:pPr>
              <a:spcAft>
                <a:spcPts val="1200"/>
              </a:spcAft>
              <a:defRPr sz="1800"/>
            </a:pPr>
            <a:r>
              <a:t>• [Aktivität 3] - Verantwortlich: [Name] - Bis: [Datum]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☐ Freigabe  ☐ Mit Auflagen  ☐ Rework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